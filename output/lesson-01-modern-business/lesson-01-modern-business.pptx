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01-warm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02-objecti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03-piny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04-pinyin-prac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05-vocabul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06-vocabulary-prac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07-gramm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08-grammar-prac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09-text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10-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11-cul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12-discu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modern-business/screenshots/13-ho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 你好 · Modern Business</dc:title>
  <dc:subject>Lesson 1 modern business deck</dc:subject>
  <dc:creator>AI Teaching Material System</dc:creator>
  <cp:lastModifiedBy>AI Teaching Material System</cp:lastModifiedBy>
  <cp:revision>1</cp:revision>
  <dcterms:created xsi:type="dcterms:W3CDTF">2026-05-22T10:44:38Z</dcterms:created>
  <dcterms:modified xsi:type="dcterms:W3CDTF">2026-05-22T10:44:38Z</dcterms:modified>
</cp:coreProperties>
</file>