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syan110/Development/ai-teaching-material-system/output/lesson-01-beautiful-ppt-prototypes/03-kinetic-type/screenshots/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syan110/Development/ai-teaching-material-system/output/lesson-01-beautiful-ppt-prototypes/03-kinetic-type/screenshots/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syan110/Development/ai-teaching-material-system/output/lesson-01-beautiful-ppt-prototypes/03-kinetic-type/screenshots/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syan110/Development/ai-teaching-material-system/output/lesson-01-beautiful-ppt-prototypes/03-kinetic-type/screenshots/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syan110/Development/ai-teaching-material-system/output/lesson-01-beautiful-ppt-prototypes/03-kinetic-type/screenshots/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syan110/Development/ai-teaching-material-system/output/lesson-01-beautiful-ppt-prototypes/03-kinetic-type/screenshots/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syan110/Development/ai-teaching-material-system/output/lesson-01-beautiful-ppt-prototypes/03-kinetic-type/screenshots/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syan110/Development/ai-teaching-material-system/output/lesson-01-beautiful-ppt-prototypes/03-kinetic-type/screenshots/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syan110/Development/ai-teaching-material-system/output/lesson-01-beautiful-ppt-prototypes/03-kinetic-type/screenshots/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syan110/Development/ai-teaching-material-system/output/lesson-01-beautiful-ppt-prototypes/03-kinetic-type/screenshots/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Version 3 · Kinetic Type</dc:title>
  <dc:subject>Lesson 1 PPT design prototype</dc:subject>
  <dc:creator>AI Teaching Material System</dc:creator>
  <cp:lastModifiedBy>AI Teaching Material System</cp:lastModifiedBy>
  <cp:revision>1</cp:revision>
  <dcterms:created xsi:type="dcterms:W3CDTF">2026-05-22T10:38:27Z</dcterms:created>
  <dcterms:modified xsi:type="dcterms:W3CDTF">2026-05-22T10:38:27Z</dcterms:modified>
</cp:coreProperties>
</file>